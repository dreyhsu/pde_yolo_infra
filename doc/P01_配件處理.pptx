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FED6E-60BD-5E2F-684A-0561D5EC3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F8E888-793C-B3FE-4609-59A680D6D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21C676-CE0C-9904-F367-31651904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A7A986-78D6-4B80-3B9C-72DD9629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AC91F6-1579-4B4D-EFEF-F3A0848C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74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0665FF-ECD6-702B-D9BF-0C6B8338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70E65C-ED25-36C7-F35C-496F416F3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925CBF-747D-E301-11F6-008CE7CC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EDE384-4B72-7EE7-7FEE-FB5AA71D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4A4A8B-68BA-4032-3944-DF885167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92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9F9B88-34CB-A161-253A-10844DDF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1FDF41-1844-F62C-EC48-0DB63DDFF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D8FD45-AABA-F19A-1827-1E5EEF6C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D70B91-082A-C4DA-A4FC-06688EA5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126952-94CB-5424-E109-18E589D1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19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CF601-922F-6301-A032-EE5BD8DD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CEA71B-5AF8-C0E5-C750-46949781E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384755-CA80-6090-4DB7-0F61A68C8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8311F5-CB75-2935-9A4C-77E2BF8D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C04952-03BA-F3D4-F37D-CE0E0319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8E1A66-772A-B3DA-DCEF-867AFDF1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58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054FF-083E-71F4-878E-F006650E0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979FF2-0154-1139-4E2A-38B0A760E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D4FDA6-80B5-AFF6-F0AC-46F010AB0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6D3D6B-FF96-9736-93C1-5DAB7B3B4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54E306-8603-5F7C-B780-0C528B822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FA167AD-889A-437D-8057-E6EA4DE3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7910217-9426-75FC-737D-7EE059D6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D05DDB9-2C02-4CB8-B62A-FBD7F069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451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62DCB-8A87-5030-D783-286F0AFB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4CCAC4-3514-8103-23C8-7FF87DD6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705FB0-FDA4-3698-8D50-81601226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69871E-3E45-335D-60C1-1499F58F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06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4CAC106-0F59-0EFB-A0E8-EC5D3694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D40481-A795-5365-89B1-44EF0859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6B765D-E3AC-2DA1-F1AB-4020B5F8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25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41AC95-EA8A-4AA7-2C1C-74BA6558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07D995-4899-464F-897A-2180349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9B9C65-6813-9CD2-67B6-96B40E641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C7EC1A-0569-2699-309E-497AB566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8EB8DC-FC76-6C90-FE65-7F520BF8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23B351-D806-112B-4E50-A22E859F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4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9BE84-E07B-AF59-3FAD-F6A51E88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189055C-B740-870E-B8CA-CC42FCBA9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331685-C577-FB44-460D-C1B92250E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6EFE58-ED26-D309-C586-DEF88166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576599-A6C1-BE7C-F253-106D51A4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FFF9E2-4F59-032C-5D80-9A93245C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2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F1BE2-C63D-A845-445C-BFA6FDDC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CB03D5-C05B-111F-0D33-DCBB234A0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02F880-7F62-463C-A2D0-36F990BF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2EF1A2-2ECD-389A-880F-BBC97735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4C8684-2B28-B62C-C558-BB447555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72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82F7536-E3DD-BBA4-20C8-990F82039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4FA331-E267-E8F4-C115-24D65AD79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6BF90-E3E9-E47C-6CD4-47A309AE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394ADF-C5C4-74C3-296E-6B22B24D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F9774-68DC-A6C0-A347-D6998B4A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79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0EAC142-9874-456F-E275-787638E3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26645C-33D4-0201-A256-BA61E7C77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5BD26F-8910-85EF-A737-ED2D99F6F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9356D-31BF-418A-A2CC-D99AEDB9526E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54AF22-A7E5-A60D-739A-32DFAEBB3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3A8759-9404-01B6-AEC0-8EEFEB635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441F9-691D-4D88-AA66-568787C48F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31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551366-2F7B-3057-2C2D-C6B9230CC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0D23F0-06EE-D212-BE24-90249B88E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75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1DB3F-4E5F-D77A-AE52-8249B0C98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 </a:t>
            </a:r>
            <a:r>
              <a:rPr lang="en-US" altLang="zh-TW" dirty="0" err="1"/>
              <a:t>aug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73A806-EE54-279C-791C-DFE31015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Accessory1 &gt; 0.9</a:t>
            </a:r>
          </a:p>
          <a:p>
            <a:r>
              <a:rPr lang="en-US" altLang="zh-TW" dirty="0" err="1"/>
              <a:t>No_accessory</a:t>
            </a:r>
            <a:r>
              <a:rPr lang="en-US" altLang="zh-TW"/>
              <a:t> &gt; 0.5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5792FFC-ACA3-8EFB-8A79-C52D2A6F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35" y="3094367"/>
            <a:ext cx="4957070" cy="347711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A648EB-7AE1-D7C4-F4E9-FB76ABF55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940" y="3094367"/>
            <a:ext cx="521090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B2BC33-3FB5-82B8-119C-79CB95A5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With </a:t>
            </a:r>
            <a:r>
              <a:rPr lang="en-US" altLang="zh-TW" dirty="0" err="1"/>
              <a:t>aug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AB39FA-8280-916A-FEB0-F33023ACA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"D:\Dre\PDE_yolo_infra\runs\detect\predict29\p01_test.avi“</a:t>
            </a:r>
          </a:p>
          <a:p>
            <a:r>
              <a:rPr lang="pt-BR" altLang="zh-TW" sz="2000" dirty="0"/>
              <a:t>"D:\Dre\PDE_yolo_infra\logs\0427_11s_640_p01\yolo11s_640_0427_p01_aug.pt"</a:t>
            </a:r>
            <a:endParaRPr lang="en-US" altLang="zh-TW" sz="2000" dirty="0"/>
          </a:p>
          <a:p>
            <a:r>
              <a:rPr lang="en-US" altLang="zh-TW" sz="2000" dirty="0"/>
              <a:t>Generalize too much</a:t>
            </a: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D99821-4D42-217C-2E2F-A19B0C76C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582" y="2652447"/>
            <a:ext cx="8183418" cy="395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6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67</Words>
  <Application>Microsoft Office PowerPoint</Application>
  <PresentationFormat>寬螢幕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No aug</vt:lpstr>
      <vt:lpstr>With aug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 Lin 林迪利</dc:creator>
  <cp:lastModifiedBy>Dimi Lin 林迪利</cp:lastModifiedBy>
  <cp:revision>3</cp:revision>
  <dcterms:created xsi:type="dcterms:W3CDTF">2026-04-27T09:47:16Z</dcterms:created>
  <dcterms:modified xsi:type="dcterms:W3CDTF">2026-04-28T02:33:28Z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c45cfa-694f-412f-9c5a-68edc6dc1f4f_Enabled">
    <vt:lpwstr>true</vt:lpwstr>
  </property>
  <property fmtid="{D5CDD505-2E9C-101B-9397-08002B2CF9AE}" pid="3" name="MSIP_Label_24c45cfa-694f-412f-9c5a-68edc6dc1f4f_SetDate">
    <vt:lpwstr>2026-04-27T09:47:38Z</vt:lpwstr>
  </property>
  <property fmtid="{D5CDD505-2E9C-101B-9397-08002B2CF9AE}" pid="4" name="MSIP_Label_24c45cfa-694f-412f-9c5a-68edc6dc1f4f_Method">
    <vt:lpwstr>Privileged</vt:lpwstr>
  </property>
  <property fmtid="{D5CDD505-2E9C-101B-9397-08002B2CF9AE}" pid="5" name="MSIP_Label_24c45cfa-694f-412f-9c5a-68edc6dc1f4f_Name">
    <vt:lpwstr>公開</vt:lpwstr>
  </property>
  <property fmtid="{D5CDD505-2E9C-101B-9397-08002B2CF9AE}" pid="6" name="MSIP_Label_24c45cfa-694f-412f-9c5a-68edc6dc1f4f_SiteId">
    <vt:lpwstr>5da1b511-8692-4584-a1a3-33c1c278c305</vt:lpwstr>
  </property>
  <property fmtid="{D5CDD505-2E9C-101B-9397-08002B2CF9AE}" pid="7" name="MSIP_Label_24c45cfa-694f-412f-9c5a-68edc6dc1f4f_ActionId">
    <vt:lpwstr>a94395bb-1d3f-43fc-a114-9140c846880a</vt:lpwstr>
  </property>
  <property fmtid="{D5CDD505-2E9C-101B-9397-08002B2CF9AE}" pid="8" name="MSIP_Label_24c45cfa-694f-412f-9c5a-68edc6dc1f4f_ContentBits">
    <vt:lpwstr>0</vt:lpwstr>
  </property>
  <property fmtid="{D5CDD505-2E9C-101B-9397-08002B2CF9AE}" pid="9" name="MSIP_Label_24c45cfa-694f-412f-9c5a-68edc6dc1f4f_Tag">
    <vt:lpwstr>10, 0, 1, 1</vt:lpwstr>
  </property>
</Properties>
</file>