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4F1AAF-6809-1C4B-9065-AAF469B20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94D9F16-24D1-FA3A-EBFD-09FB6A101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AD90263-B3E2-B28D-CA3C-1DAE90438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518D5-5956-4E81-901B-54131A60EF69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1BADF1-CA5F-8B99-D463-C540C85A1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4B8DE1-4809-FDFF-3E2A-22C9419B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168BD-5D46-458C-B9DC-C6686B2BCD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455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B0AD07-EEBC-0A2E-B1D7-BF769C66A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67B03F-6226-B46D-35C3-8D9E67E56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A5F3BB-6E82-E098-FCD2-9F2E41700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518D5-5956-4E81-901B-54131A60EF69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DA86CB-C5DF-5F34-28F7-56631C87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FB6505-8E3D-BEB3-81C6-2CA582756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168BD-5D46-458C-B9DC-C6686B2BCD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5281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A26F7B-15C8-1135-7868-7D088687E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CBB6929-B5AE-293F-A498-4752A2AE9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326BED-F29D-BAAD-8202-523043ECB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518D5-5956-4E81-901B-54131A60EF69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2E17BA-595B-087C-2678-B4F568FD4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8B436D-7C88-7FB1-7FED-737A7EE06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168BD-5D46-458C-B9DC-C6686B2BCD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440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05DCBC-612D-00A5-CBDB-ED53239E8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7866FC-6D59-F37B-79B0-430203940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1A07F0-27A7-D3B6-5052-F2424293A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77826B-8CE7-31D8-CCA4-7601E6947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518D5-5956-4E81-901B-54131A60EF69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2E50C32-0D2A-14AB-3D60-BDFC1ADBB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2924751-99C4-8ED3-8EFC-60F0A704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168BD-5D46-458C-B9DC-C6686B2BCD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55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62E99F-E45E-B707-91F2-52F10942C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36D94E-D9AE-F81D-E1AF-0FF99C384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0E8EA5F-5890-A23A-8A54-D0AD8728F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E32694C-060A-4F02-AAD0-F10B84D1E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2890552-9473-8627-0480-5F319B20E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74FBA56-EE0C-5EBA-6DC1-DF365539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518D5-5956-4E81-901B-54131A60EF69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165F35F-D365-55B7-9F04-6274FF65F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75AE3CB-E6FF-54BC-D7BD-BB8744CB3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168BD-5D46-458C-B9DC-C6686B2BCD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5398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448B37-F343-DD8E-45EE-3772BB931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CB4E72E-83DB-9470-0EE4-E59151E6C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518D5-5956-4E81-901B-54131A60EF69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C6253A1-4652-1CF5-7076-5F80DC75A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ADBAE6C-A0BB-BE4B-343C-1E4FEE410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168BD-5D46-458C-B9DC-C6686B2BCD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503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A18B8CA-173D-2A7A-D754-143A63D24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518D5-5956-4E81-901B-54131A60EF69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BDDAA1B-35E1-162C-036E-37703B83F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3D2299-AE49-93D2-54E2-908689E09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168BD-5D46-458C-B9DC-C6686B2BCD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003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FAA8E1-EC97-FFE2-2236-2B267F31E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2FBAB8-9CB0-FA80-0E9A-7F3C58AAD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4F17496-0237-F9A8-3FE8-5EC5A2380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D889EF0-99C3-BCA5-A95D-74D5E904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518D5-5956-4E81-901B-54131A60EF69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4406844-0FCA-0420-BAE0-497EAB1D4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5888E58-141E-17A2-6864-9E567B08D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168BD-5D46-458C-B9DC-C6686B2BCD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3533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69C5B2-E278-B6DC-BCD3-D56D8277D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0601E06-3080-8CFD-5879-DEC414883D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6345BE4-EB68-FD3A-FD1D-6FE1264D0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8D0CC6F-C274-25AA-C875-51BDFC90F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518D5-5956-4E81-901B-54131A60EF69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C1772C6-EB8D-B73D-093B-EA611C9B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FBAF389-2917-2F31-5D04-63FC2EF7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168BD-5D46-458C-B9DC-C6686B2BCD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3484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36D0FD-00A9-00DE-B628-253E83AFE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C05FEB2-A498-3D22-4C20-8DA8A6190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CF759D-44D8-7DA1-7A92-391E972AC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518D5-5956-4E81-901B-54131A60EF69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6D0F52-7DCC-D98C-5D08-B304029F6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598363-1DF3-38C0-7202-AE41F9AEE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168BD-5D46-458C-B9DC-C6686B2BCD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6012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0F8E308-FB74-4AB7-9B2B-3CEB2160A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27DEE6B-D88E-CF42-1720-7428DC20F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0C9154-3E43-4407-C34F-76CB391E6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518D5-5956-4E81-901B-54131A60EF69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984B37-2740-57F3-D638-3EA714808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AD239B-8AA9-868C-8643-E2AA4C6FE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168BD-5D46-458C-B9DC-C6686B2BCD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5039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651353B-EE08-2D3D-F499-CF165467C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1E36F83-1BB0-A637-8718-7D8D0C4EC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B6F50D-3893-CAE2-4912-5DFA8813A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E518D5-5956-4E81-901B-54131A60EF69}" type="datetimeFigureOut">
              <a:rPr lang="zh-TW" altLang="en-US" smtClean="0"/>
              <a:t>2026/4/21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BA5FA8-4EFA-6E74-8862-FC1D1AD09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363380-BF62-5F5E-5664-058AB43A9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168BD-5D46-458C-B9DC-C6686B2BCD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0975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8C366B-CC03-29D5-C89D-7D133E69C1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7AE3E04-F9C5-F668-FB76-63826756B8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4236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A4CCB4-C07E-BD3D-9C7D-AACF9206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BA0009-2341-831E-F85E-E9169E361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460F041-918F-9BE6-CD78-3ACD31354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011" y="365125"/>
            <a:ext cx="7655977" cy="575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35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796061-CB3B-C380-5CD3-0B76ED18F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ADD654-DB69-E410-0CF4-C797AF7BF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7979C40-8473-6612-0458-60564DD2C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752" y="822960"/>
            <a:ext cx="8422264" cy="542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65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FF8C3D-51E8-F5A3-1159-74E8CF77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369DA5-B5A6-244F-D0E1-E30BF682E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07BE9CA-79A5-A993-CA8D-E04ECFB7A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88" y="365125"/>
            <a:ext cx="7675512" cy="591616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61F3D99-F48E-F9C1-6800-E0C7741DC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819" y="2508703"/>
            <a:ext cx="6522867" cy="398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24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71B74-D49B-DEAF-CC74-54AA2FFC8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00C52F-3211-2D96-2BA3-FA9C2D2A8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DF4EE60-8A5E-DCCF-EACD-832538118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116" y="365125"/>
            <a:ext cx="10347684" cy="601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202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74C091-04CE-4DFC-0199-2BD2F2CF0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785617FD-913E-55BA-5951-20A31B56B3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784" y="436239"/>
            <a:ext cx="5320464" cy="299276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DC3E04B-CECA-40F7-45A8-8E4D13C49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056" y="3675954"/>
            <a:ext cx="5430192" cy="306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66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86F668-ED96-F31D-0432-6718B5B38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0F2B2A-2EBB-9F90-B64A-4B5E0C3BF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E572D10-9E0F-EBEB-621D-0CC243A4E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428" y="201168"/>
            <a:ext cx="9791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479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691B33-6DBD-FA91-42AD-427DCE943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890C6B-8687-7433-3391-776B39BEA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E50B1D3-BB18-1F9F-AA98-A9BD844F9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151" y="1969528"/>
            <a:ext cx="8935697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56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9E9422-0C22-3E1E-281E-290388F28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FD869523-DFFF-9503-512A-70E6C53AA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04" y="1907921"/>
            <a:ext cx="504634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834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1087</TotalTime>
  <Words>0</Words>
  <Application>Microsoft Office PowerPoint</Application>
  <PresentationFormat>寬螢幕</PresentationFormat>
  <Paragraphs>0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Dimi Lin 林迪利</dc:creator>
  <cp:lastModifiedBy>Dimi Lin 林迪利</cp:lastModifiedBy>
  <cp:revision>6</cp:revision>
  <dcterms:created xsi:type="dcterms:W3CDTF">2026-04-21T08:39:08Z</dcterms:created>
  <dcterms:modified xsi:type="dcterms:W3CDTF">2026-04-22T02:46:54Z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4c45cfa-694f-412f-9c5a-68edc6dc1f4f_Enabled">
    <vt:lpwstr>true</vt:lpwstr>
  </property>
  <property fmtid="{D5CDD505-2E9C-101B-9397-08002B2CF9AE}" pid="3" name="MSIP_Label_24c45cfa-694f-412f-9c5a-68edc6dc1f4f_SetDate">
    <vt:lpwstr>2026-04-21T08:39:13Z</vt:lpwstr>
  </property>
  <property fmtid="{D5CDD505-2E9C-101B-9397-08002B2CF9AE}" pid="4" name="MSIP_Label_24c45cfa-694f-412f-9c5a-68edc6dc1f4f_Method">
    <vt:lpwstr>Privileged</vt:lpwstr>
  </property>
  <property fmtid="{D5CDD505-2E9C-101B-9397-08002B2CF9AE}" pid="5" name="MSIP_Label_24c45cfa-694f-412f-9c5a-68edc6dc1f4f_Name">
    <vt:lpwstr>公開</vt:lpwstr>
  </property>
  <property fmtid="{D5CDD505-2E9C-101B-9397-08002B2CF9AE}" pid="6" name="MSIP_Label_24c45cfa-694f-412f-9c5a-68edc6dc1f4f_SiteId">
    <vt:lpwstr>5da1b511-8692-4584-a1a3-33c1c278c305</vt:lpwstr>
  </property>
  <property fmtid="{D5CDD505-2E9C-101B-9397-08002B2CF9AE}" pid="7" name="MSIP_Label_24c45cfa-694f-412f-9c5a-68edc6dc1f4f_ActionId">
    <vt:lpwstr>a0c70448-0fac-4353-9781-2e27e0e432cf</vt:lpwstr>
  </property>
  <property fmtid="{D5CDD505-2E9C-101B-9397-08002B2CF9AE}" pid="8" name="MSIP_Label_24c45cfa-694f-412f-9c5a-68edc6dc1f4f_ContentBits">
    <vt:lpwstr>0</vt:lpwstr>
  </property>
  <property fmtid="{D5CDD505-2E9C-101B-9397-08002B2CF9AE}" pid="9" name="MSIP_Label_24c45cfa-694f-412f-9c5a-68edc6dc1f4f_Tag">
    <vt:lpwstr>10, 0, 1, 1</vt:lpwstr>
  </property>
</Properties>
</file>